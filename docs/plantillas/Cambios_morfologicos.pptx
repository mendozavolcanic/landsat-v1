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  <p:sldMasterId id="2147483671" r:id="rId2"/>
    <p:sldMasterId id="2147483672" r:id="rId3"/>
    <p:sldMasterId id="2147483684" r:id="rId4"/>
  </p:sldMasterIdLst>
  <p:notesMasterIdLst>
    <p:notesMasterId r:id="rId6"/>
  </p:notesMasterIdLst>
  <p:handoutMasterIdLst>
    <p:handoutMasterId r:id="rId7"/>
  </p:handoutMasterIdLst>
  <p:sldIdLst>
    <p:sldId id="268" r:id="rId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73" autoAdjust="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F9457E27-3EC8-827B-853C-525333828C2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AF1A816-5DA9-B1FD-5E6C-FD5BBFB6D8D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8F8DEF-6DEA-46D2-BE1C-086A4DFBC7FE}" type="datetimeFigureOut">
              <a:rPr lang="es-CL" smtClean="0"/>
              <a:t>04-05-2026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12AFAAA-04C3-06DF-91DF-1F3A841759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AF24CF6-6A14-728D-5C26-8AEE17285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423206-16E6-4728-BABB-26A3E2A0665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744303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99FECA-2283-0D31-4BE3-8985FA050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B9A23D4-2668-A757-0FDE-8506B37D1381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mtClean="0"/>
              <a:t>‹Nº›</a:t>
            </a:fld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835669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3055C0-3F51-BFCE-6159-420312A87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47F3536-1D98-E7B5-E50E-47E9C6CEB67C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mtClean="0"/>
              <a:t>‹Nº›</a:t>
            </a:fld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4190904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5D046A-9E46-2F3B-F110-25E6739A4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E6B9C62-1F4D-2B45-EC71-85B74FFFA39C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716522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A8CCEA-8344-5D58-6F15-524B5D59F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F694E059-E7E3-DAC5-6F41-745A6D4E5941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134143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18DE43-D828-D150-1EAE-FA936DBCC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9AF2AA7-17E4-1757-C8AF-C01836F83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58E64-1E92-4488-A45F-593B0FC3B4DB}" type="datetimeFigureOut">
              <a:rPr lang="es-CL" smtClean="0"/>
              <a:t>04-05-2026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2323C6B-20CE-2572-B8E4-755EB5455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DADE409-9FC3-999C-A63C-52833C311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F55D2-27D5-4C42-813C-6D0D27EAECB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59625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44C79-3DC0-F34F-1F32-46AC9A732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0F105F4-B4F5-4B99-1A9C-5B97BEA62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58E64-1E92-4488-A45F-593B0FC3B4DB}" type="datetimeFigureOut">
              <a:rPr lang="es-CL" smtClean="0"/>
              <a:t>04-05-2026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BB40666-6AD2-807E-7938-48400D23C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236FEB4-C166-412D-C464-FBFF056EF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F55D2-27D5-4C42-813C-6D0D27EAECB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38656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8C3570-FBD4-1C2E-944C-CB03A6346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74A59D6-B763-876B-262B-0CE322F8A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E3693-99E9-463C-99D2-5D3E474EE6B7}" type="datetimeFigureOut">
              <a:rPr lang="es-CL" smtClean="0"/>
              <a:t>04-05-2026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6D21447-7A28-04D9-DB0C-ED9494A5D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0D9BC7F-2ED5-E7C3-E5DE-BDAD68C48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21ADF-3588-4847-AD54-190AC3BA168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75362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6B5BA2-718F-CF31-3B1C-3DDF7614C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A8C9833-776A-6DC3-2749-2FF154E1A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E3693-99E9-463C-99D2-5D3E474EE6B7}" type="datetimeFigureOut">
              <a:rPr lang="es-CL" smtClean="0"/>
              <a:t>04-05-2026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EBEB113-D7C8-544D-C4F6-69EC4358F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625C1D4-150A-4E16-996C-B0AEA8289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21ADF-3588-4847-AD54-190AC3BA168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56810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 dirty="0"/>
          </a:p>
        </p:txBody>
      </p:sp>
      <p:pic>
        <p:nvPicPr>
          <p:cNvPr id="2" name="Google Shape;99;p25" title="Primer Fondo PPT-2 .png">
            <a:extLst>
              <a:ext uri="{FF2B5EF4-FFF2-40B4-BE49-F238E27FC236}">
                <a16:creationId xmlns:a16="http://schemas.microsoft.com/office/drawing/2014/main" id="{DCE3AC18-783D-2AA5-F5C1-1B26843D3DD8}"/>
              </a:ext>
            </a:extLst>
          </p:cNvPr>
          <p:cNvPicPr preferRelativeResize="0"/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03;p25">
            <a:extLst>
              <a:ext uri="{FF2B5EF4-FFF2-40B4-BE49-F238E27FC236}">
                <a16:creationId xmlns:a16="http://schemas.microsoft.com/office/drawing/2014/main" id="{D323DC97-97D4-2F41-EA51-60FFC57ED27C}"/>
              </a:ext>
            </a:extLst>
          </p:cNvPr>
          <p:cNvPicPr preferRelativeResize="0"/>
          <p:nvPr userDrawn="1"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07525" y="3217366"/>
            <a:ext cx="2991002" cy="138158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  <p:pic>
        <p:nvPicPr>
          <p:cNvPr id="2" name="Google Shape;108;p26" title="Fondo PPT-1.png">
            <a:extLst>
              <a:ext uri="{FF2B5EF4-FFF2-40B4-BE49-F238E27FC236}">
                <a16:creationId xmlns:a16="http://schemas.microsoft.com/office/drawing/2014/main" id="{13C1091E-D92D-DE8B-3143-FB5AC1671899}"/>
              </a:ext>
            </a:extLst>
          </p:cNvPr>
          <p:cNvPicPr preferRelativeResize="0"/>
          <p:nvPr userDrawn="1"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1F6F54A-DBC5-4676-E3F4-0131DB693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A68379E-0A76-8261-4947-91ECA73015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19B7B5C-1B7D-04CB-531E-57576CCA1C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358E64-1E92-4488-A45F-593B0FC3B4DB}" type="datetimeFigureOut">
              <a:rPr lang="es-CL" smtClean="0"/>
              <a:t>04-05-2026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06FB07A-92F0-7156-1AB2-DCE2F7FDD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E7644D-B37F-53E6-F0AE-C6394DBFBC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8F55D2-27D5-4C42-813C-6D0D27EAECBF}" type="slidenum">
              <a:rPr lang="es-CL" smtClean="0"/>
              <a:t>‹Nº›</a:t>
            </a:fld>
            <a:endParaRPr lang="es-CL"/>
          </a:p>
        </p:txBody>
      </p:sp>
      <p:pic>
        <p:nvPicPr>
          <p:cNvPr id="7" name="Google Shape;123;p28" title="Fondo PPT-3.png">
            <a:extLst>
              <a:ext uri="{FF2B5EF4-FFF2-40B4-BE49-F238E27FC236}">
                <a16:creationId xmlns:a16="http://schemas.microsoft.com/office/drawing/2014/main" id="{DF1F3F30-D1C5-F855-CD97-478A0C659F9C}"/>
              </a:ext>
            </a:extLst>
          </p:cNvPr>
          <p:cNvPicPr preferRelativeResize="0"/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39309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F28968F-83C8-B13A-9901-7DF63E2CB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D806AB0-7561-1387-0DBC-2D7BF22833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2A99884-FE39-8A48-B407-018EAFCC5C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4E3693-99E9-463C-99D2-5D3E474EE6B7}" type="datetimeFigureOut">
              <a:rPr lang="es-CL" smtClean="0"/>
              <a:t>04-05-2026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78A4EDB-498F-93F3-36DB-C605DFA6FA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A7CBFB-5798-58A4-2E8F-BD84B963EE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021ADF-3588-4847-AD54-190AC3BA1680}" type="slidenum">
              <a:rPr lang="es-CL" smtClean="0"/>
              <a:t>‹Nº›</a:t>
            </a:fld>
            <a:endParaRPr lang="es-CL"/>
          </a:p>
        </p:txBody>
      </p:sp>
      <p:pic>
        <p:nvPicPr>
          <p:cNvPr id="7" name="Google Shape;155;p32" title="Cierre PPT-2.png">
            <a:extLst>
              <a:ext uri="{FF2B5EF4-FFF2-40B4-BE49-F238E27FC236}">
                <a16:creationId xmlns:a16="http://schemas.microsoft.com/office/drawing/2014/main" id="{25CFF453-4094-AC2D-929D-E43D6308B987}"/>
              </a:ext>
            </a:extLst>
          </p:cNvPr>
          <p:cNvPicPr preferRelativeResize="0"/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3998" cy="51455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46660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B3D18-DFA4-D19C-D491-63CEF5480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00F96904-8183-1E65-3E9A-8807299F1259}"/>
              </a:ext>
            </a:extLst>
          </p:cNvPr>
          <p:cNvSpPr txBox="1">
            <a:spLocks/>
          </p:cNvSpPr>
          <p:nvPr/>
        </p:nvSpPr>
        <p:spPr>
          <a:xfrm>
            <a:off x="129454" y="355824"/>
            <a:ext cx="8622853" cy="58944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i="0" kern="120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sz="2000" dirty="0" err="1"/>
              <a:t>Sentinel</a:t>
            </a:r>
            <a:r>
              <a:rPr lang="es-CL" sz="2000" dirty="0"/>
              <a:t> - Cambios Morfológicos y anomalías térmicas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B07E380-0E91-78A2-8117-B906691F48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93187" y="1049722"/>
            <a:ext cx="3428685" cy="3428685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39582D64-4E45-1B29-A976-CCD2780755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15026" y="1046361"/>
            <a:ext cx="3428685" cy="3428685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77501197-6677-B29F-75A5-C2B1AA3CAC30}"/>
              </a:ext>
            </a:extLst>
          </p:cNvPr>
          <p:cNvSpPr txBox="1"/>
          <p:nvPr/>
        </p:nvSpPr>
        <p:spPr>
          <a:xfrm>
            <a:off x="461728" y="703234"/>
            <a:ext cx="38657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000" dirty="0">
                <a:latin typeface="gobCL" pitchFamily="50" charset="0"/>
              </a:rPr>
              <a:t>Imágenes </a:t>
            </a:r>
            <a:r>
              <a:rPr lang="es-MX" sz="1000" dirty="0" err="1">
                <a:latin typeface="gobCL" pitchFamily="50" charset="0"/>
              </a:rPr>
              <a:t>Sentinel</a:t>
            </a:r>
            <a:r>
              <a:rPr lang="es-MX" sz="1000" dirty="0">
                <a:latin typeface="gobCL" pitchFamily="50" charset="0"/>
              </a:rPr>
              <a:t> 2 L2A color verdadero, Time Lapse 02 diciembre – 30 diciembre 2025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994382D-C3C7-CD3F-A0CA-C977BE41BDEA}"/>
              </a:ext>
            </a:extLst>
          </p:cNvPr>
          <p:cNvSpPr txBox="1"/>
          <p:nvPr/>
        </p:nvSpPr>
        <p:spPr>
          <a:xfrm>
            <a:off x="4815026" y="687714"/>
            <a:ext cx="35918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000" dirty="0">
                <a:latin typeface="gobCL" pitchFamily="50" charset="0"/>
              </a:rPr>
              <a:t>Imágenes </a:t>
            </a:r>
            <a:r>
              <a:rPr lang="es-MX" sz="1000" dirty="0" err="1">
                <a:latin typeface="gobCL" pitchFamily="50" charset="0"/>
              </a:rPr>
              <a:t>Sentinel</a:t>
            </a:r>
            <a:r>
              <a:rPr lang="es-MX" sz="1000" dirty="0">
                <a:latin typeface="gobCL" pitchFamily="50" charset="0"/>
              </a:rPr>
              <a:t> 2 L2A Falso color, Time Lapse 02 diciembre – 30 diciembre 2025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2C6CFB7-5D6B-EF71-BCE2-9E423A34B55D}"/>
              </a:ext>
            </a:extLst>
          </p:cNvPr>
          <p:cNvSpPr txBox="1"/>
          <p:nvPr/>
        </p:nvSpPr>
        <p:spPr>
          <a:xfrm>
            <a:off x="129454" y="4447390"/>
            <a:ext cx="87371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000" b="1" dirty="0"/>
              <a:t>No se registran cambios morfológicos ni anomalías térmicas desde imágenes </a:t>
            </a:r>
            <a:r>
              <a:rPr lang="es-MX" sz="1000" b="1" dirty="0" err="1"/>
              <a:t>Sentinel</a:t>
            </a:r>
            <a:r>
              <a:rPr lang="es-MX" sz="1000" b="1" dirty="0"/>
              <a:t> 2 L2A.</a:t>
            </a:r>
          </a:p>
          <a:p>
            <a:pPr algn="ctr"/>
            <a:r>
              <a:rPr lang="es-MX" sz="1000" b="1" dirty="0"/>
              <a:t>No se registran datos asociados a actividad superficial en volcán </a:t>
            </a:r>
            <a:r>
              <a:rPr lang="es-MX" sz="1000" b="1" dirty="0" err="1"/>
              <a:t>Tupungatito</a:t>
            </a:r>
            <a:r>
              <a:rPr lang="es-MX" sz="1000" b="1" dirty="0"/>
              <a:t> durante el mes de diciembre 2025</a:t>
            </a:r>
            <a:endParaRPr lang="es-CL" sz="1000" b="1" dirty="0"/>
          </a:p>
        </p:txBody>
      </p:sp>
    </p:spTree>
    <p:extLst>
      <p:ext uri="{BB962C8B-B14F-4D97-AF65-F5344CB8AC3E}">
        <p14:creationId xmlns:p14="http://schemas.microsoft.com/office/powerpoint/2010/main" val="17340490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1_Diseño personalizado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68</Words>
  <Application>Microsoft Office PowerPoint</Application>
  <PresentationFormat>Presentación en pantalla (16:9)</PresentationFormat>
  <Paragraphs>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4</vt:i4>
      </vt:variant>
      <vt:variant>
        <vt:lpstr>Títulos de diapositiva</vt:lpstr>
      </vt:variant>
      <vt:variant>
        <vt:i4>1</vt:i4>
      </vt:variant>
    </vt:vector>
  </HeadingPairs>
  <TitlesOfParts>
    <vt:vector size="9" baseType="lpstr">
      <vt:lpstr>Aptos</vt:lpstr>
      <vt:lpstr>Aptos Display</vt:lpstr>
      <vt:lpstr>Arial</vt:lpstr>
      <vt:lpstr>gobCL</vt:lpstr>
      <vt:lpstr>Simple Light</vt:lpstr>
      <vt:lpstr>Simple Light</vt:lpstr>
      <vt:lpstr>Diseño personalizado</vt:lpstr>
      <vt:lpstr>1_Diseño personalizado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Carlos Eduardo Teran Cerda</dc:creator>
  <cp:lastModifiedBy>Nicolas Andres Mendoza Vivallo</cp:lastModifiedBy>
  <cp:revision>4</cp:revision>
  <dcterms:modified xsi:type="dcterms:W3CDTF">2026-05-04T15:55:28Z</dcterms:modified>
</cp:coreProperties>
</file>